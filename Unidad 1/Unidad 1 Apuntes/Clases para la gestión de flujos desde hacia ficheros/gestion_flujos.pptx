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669280" cy="5669280"/>
          </a:xfrm>
          <a:prstGeom prst="ellipse">
            <a:avLst/>
          </a:prstGeom>
          <a:solidFill>
            <a:srgbClr val="3730A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731520"/>
            <a:ext cx="3840480" cy="3840480"/>
          </a:xfrm>
          <a:prstGeom prst="ellipse">
            <a:avLst/>
          </a:prstGeom>
          <a:solidFill>
            <a:srgbClr val="6366F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5" name="Image 0" descr="/home/claude/pptx2/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flujos de datos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que facilitan la lectura y escritura de datos entre nuestro programa y los ficheros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6172200"/>
            <a:ext cx="20116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· FileStream · NetworkStream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flujo de datos?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(stream) es una secuencia de bytes que se mueve entre distintas partes del sistema: por ejemplo, entre un fichero y nuestro programa.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3730A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34640"/>
            <a:ext cx="777240" cy="777240"/>
          </a:xfrm>
          <a:prstGeom prst="ellipse">
            <a:avLst/>
          </a:prstGeom>
          <a:solidFill>
            <a:srgbClr val="281F87"/>
          </a:solidFill>
          <a:ln/>
        </p:spPr>
      </p:sp>
      <p:pic>
        <p:nvPicPr>
          <p:cNvPr id="7" name="Image 0" descr="/home/claude/pptx2/ent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59" y="3009519"/>
            <a:ext cx="427482" cy="4274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entrada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51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datos desde un origen (un fichero) hacia nuestro programa.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246888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636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720840" y="2834640"/>
            <a:ext cx="777240" cy="777240"/>
          </a:xfrm>
          <a:prstGeom prst="ellipse">
            <a:avLst/>
          </a:prstGeom>
          <a:solidFill>
            <a:srgbClr val="4B4FCB"/>
          </a:solidFill>
          <a:ln/>
        </p:spPr>
      </p:sp>
      <p:pic>
        <p:nvPicPr>
          <p:cNvPr id="12" name="Image 1" descr="/home/claude/pptx2/sali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719" y="300951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salida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4251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inverso: los datos se escriben desde el programa hacia un destino (también un fichero).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de flujo ofrecen una interfaz uniforme: abrir, cerrar, leer y escribir, sin preocuparte por el formato específico del fichero.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Stream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muchos lenguajes de programación, Stream es la clase base que gestiona el acceso a los flujos de datos, con cuatro métodos fundamentales: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1F0FB"/>
          </a:solidFill>
          <a:ln/>
        </p:spPr>
      </p:sp>
      <p:sp>
        <p:nvSpPr>
          <p:cNvPr id="6" name="Shape 4"/>
          <p:cNvSpPr/>
          <p:nvPr/>
        </p:nvSpPr>
        <p:spPr>
          <a:xfrm>
            <a:off x="1394460" y="2651760"/>
            <a:ext cx="822960" cy="82296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7" name="Image 0" descr="/home/claude/pptx2/ent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970" y="28492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datos desde el flujo hacia el programa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0128" y="23317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1F0FB"/>
          </a:solidFill>
          <a:ln/>
        </p:spPr>
      </p:sp>
      <p:sp>
        <p:nvSpPr>
          <p:cNvPr id="11" name="Shape 8"/>
          <p:cNvSpPr/>
          <p:nvPr/>
        </p:nvSpPr>
        <p:spPr>
          <a:xfrm>
            <a:off x="4155948" y="265176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1" descr="/home/claude/pptx2/sali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458" y="28492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47288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93008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datos del programa hacia el flujo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71616" y="23317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1F0FB"/>
          </a:solidFill>
          <a:ln/>
        </p:spPr>
      </p:sp>
      <p:sp>
        <p:nvSpPr>
          <p:cNvPr id="16" name="Shape 12"/>
          <p:cNvSpPr/>
          <p:nvPr/>
        </p:nvSpPr>
        <p:spPr>
          <a:xfrm>
            <a:off x="6917436" y="2651760"/>
            <a:ext cx="822960" cy="82296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17" name="Image 2" descr="/home/claude/pptx2/punt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946" y="284927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08776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254496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el puntero a una posición concreta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833104" y="23317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1F0FB"/>
          </a:solidFill>
          <a:ln/>
        </p:spPr>
      </p:sp>
      <p:sp>
        <p:nvSpPr>
          <p:cNvPr id="21" name="Shape 16"/>
          <p:cNvSpPr/>
          <p:nvPr/>
        </p:nvSpPr>
        <p:spPr>
          <a:xfrm>
            <a:off x="9678924" y="265176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2" name="Image 3" descr="/home/claude/pptx2/canda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84927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70264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9015984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flujo y libera los recursos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base, muchas formas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es una clase abstracta: define el comportamiento común, pero son sus clases hijas las que se conectan a un origen de datos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24688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E1B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2578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base abstracta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3520440"/>
            <a:ext cx="0" cy="32004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3840480"/>
            <a:ext cx="34290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840480"/>
            <a:ext cx="26517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3840480"/>
            <a:ext cx="0" cy="32004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32520" y="3840480"/>
            <a:ext cx="0" cy="32004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16052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3730A3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434840"/>
            <a:ext cx="640080" cy="640080"/>
          </a:xfrm>
          <a:prstGeom prst="ellipse">
            <a:avLst/>
          </a:prstGeom>
          <a:solidFill>
            <a:srgbClr val="281F87"/>
          </a:solidFill>
          <a:ln/>
        </p:spPr>
      </p:sp>
      <p:pic>
        <p:nvPicPr>
          <p:cNvPr id="15" name="Image 0" descr="/home/claude/pptx2/di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4578858"/>
            <a:ext cx="352044" cy="3520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8308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FileStream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5120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ficheros locales: leer y escribir directamente en el disco.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29400" y="416052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6366F1"/>
          </a:solidFill>
          <a:ln/>
        </p:spPr>
      </p:sp>
      <p:sp>
        <p:nvSpPr>
          <p:cNvPr id="19" name="Shape 16"/>
          <p:cNvSpPr/>
          <p:nvPr/>
        </p:nvSpPr>
        <p:spPr>
          <a:xfrm>
            <a:off x="6903720" y="4434840"/>
            <a:ext cx="640080" cy="640080"/>
          </a:xfrm>
          <a:prstGeom prst="ellipse">
            <a:avLst/>
          </a:prstGeom>
          <a:solidFill>
            <a:srgbClr val="4B4FCB"/>
          </a:solidFill>
          <a:ln/>
        </p:spPr>
      </p:sp>
      <p:pic>
        <p:nvPicPr>
          <p:cNvPr id="20" name="Image 1" descr="/home/claude/pptx2/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738" y="4578858"/>
            <a:ext cx="352044" cy="3520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72668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NetworkStream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6903720" y="5120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flujos de red: enviar y recibir datos entre sistemas conectados.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DEL CÓDIGO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excepciones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/home/claude/pptx2/excep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973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ficheros implica situaciones que no siempre salen bien. Las clases de flujo permiten detectar y gestionar estos errores para que el programa no se caiga.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730A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99008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fichero que se intenta abrir no existe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7216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364845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no tiene permisos de acceso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3799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730A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430682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fichero está siendo usado por otro proceso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50383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496519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agota el espacio en disco al escribir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0" y="16916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E1B4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6352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importa?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2514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try/except (o su equivalente) alrededor del acceso a ficheros evita que un error inesperado detenga toda la aplicación.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635240" y="3794760"/>
            <a:ext cx="3657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3524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código más robusto, seguro y predecible.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Ficheros binarios y punteros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3730A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281F87"/>
          </a:solidFill>
          <a:ln/>
        </p:spPr>
      </p:sp>
      <p:pic>
        <p:nvPicPr>
          <p:cNvPr id="6" name="Image 0" descr="/home/claude/pptx2/bi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853" y="2390013"/>
            <a:ext cx="477774" cy="4777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binarios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94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datos que no son texto plano, las clases de flujo ofrecen métodos específicos de lectura y escritura en formato binario.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212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con datos complejos o grandes volúmenes de información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636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766560" y="2194560"/>
            <a:ext cx="868680" cy="868680"/>
          </a:xfrm>
          <a:prstGeom prst="ellipse">
            <a:avLst/>
          </a:prstGeom>
          <a:solidFill>
            <a:srgbClr val="4B4FCB"/>
          </a:solidFill>
          <a:ln/>
        </p:spPr>
      </p:sp>
      <p:pic>
        <p:nvPicPr>
          <p:cNvPr id="12" name="Image 1" descr="/home/claude/pptx2/punt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13" y="239001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6656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Punteros de lectura/escritura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3794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puntero indica exactamente en qué posición del fichero se encuentra el flujo en cada momento.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5212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para buscar o insertar datos en una posición concreta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3730A3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potentes y versátiles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para gestión de flujos de datos facilitan la interacción con los ficheros. Comprender cómo usarlas permite desarrollar aplicaciones más eficientes y seguras: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2A2470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3383280"/>
            <a:ext cx="594360" cy="59436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8" name="Image 0" descr="/home/claude/pptx2/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011" y="3517011"/>
            <a:ext cx="326898" cy="3268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uniforme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6634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Abrir, leer, escribir y cerrar, sin importar el tipo de fichero.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306324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2A2470"/>
          </a:solidFill>
          <a:ln/>
        </p:spPr>
      </p:sp>
      <p:sp>
        <p:nvSpPr>
          <p:cNvPr id="12" name="Shape 9"/>
          <p:cNvSpPr/>
          <p:nvPr/>
        </p:nvSpPr>
        <p:spPr>
          <a:xfrm>
            <a:off x="4599432" y="3383280"/>
            <a:ext cx="594360" cy="59436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13" name="Image 1" descr="/home/claude/pptx2/excep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163" y="351701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99432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robusto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99432" y="46634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gestionar errores de acceso con seguridad.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27264" y="306324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2A2470"/>
          </a:solidFill>
          <a:ln/>
        </p:spPr>
      </p:sp>
      <p:sp>
        <p:nvSpPr>
          <p:cNvPr id="17" name="Shape 13"/>
          <p:cNvSpPr/>
          <p:nvPr/>
        </p:nvSpPr>
        <p:spPr>
          <a:xfrm>
            <a:off x="8101584" y="3383280"/>
            <a:ext cx="594360" cy="59436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18" name="Image 2" descr="/home/claude/pptx2/punt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315" y="3517011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01584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preciso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101584" y="46634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Punteros y datos binarios para manejar grandes volúmenes.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2026-09-07T20:11:10Z</dcterms:created>
  <dcterms:modified xsi:type="dcterms:W3CDTF">2026-09-07T20:11:10Z</dcterms:modified>
</cp:coreProperties>
</file>