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proj/d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962406"/>
            <a:ext cx="452628" cy="4526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FICHEROS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 ficheros: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 vs. aleatorio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0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leen y escriben los sistemas informáticos los datos almacenados en un archivo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617220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sistemas de archivos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FICHERO?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del almacenamiento digital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mundo digital actual, el acceso a ficheros es una operación fundamental que permite manipular datos de forma eficiente y segura.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ficheros pueden almacenar información estructurada o no estructurada, y su manejo adecuado es esencial para cualquier sistema informático.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 de acceder a un fichero varía según el tipo de acceso requerido y las necesidades del programa.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4297680" cy="4754880"/>
          </a:xfrm>
          <a:prstGeom prst="roundRect">
            <a:avLst>
              <a:gd name="adj" fmla="val 2553"/>
            </a:avLst>
          </a:prstGeom>
          <a:solidFill>
            <a:srgbClr val="EFF4F8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0" y="1965960"/>
            <a:ext cx="1097280" cy="10972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proj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747" y="2229307"/>
            <a:ext cx="570586" cy="57058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formas principales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acceder a los datos de un fichero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955280" y="4617720"/>
            <a:ext cx="301752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4800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            ·            Aleatorio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ACCESO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 y aleatorio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0A4A66"/>
          </a:solidFill>
          <a:ln/>
        </p:spPr>
      </p:sp>
      <p:pic>
        <p:nvPicPr>
          <p:cNvPr id="6" name="Image 0" descr="/home/claude/pptx_proj/sequ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853" y="2390013"/>
            <a:ext cx="477774" cy="4777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secuencial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947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leen o escriben en orden lineal, del principio al final del fichero. No requiere conocer de antemano la ubicación exacta de los datos.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leer o escribir una porción pequeña del fichero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C7293"/>
          </a:solidFill>
          <a:ln/>
        </p:spPr>
      </p:sp>
      <p:sp>
        <p:nvSpPr>
          <p:cNvPr id="11" name="Shape 8"/>
          <p:cNvSpPr/>
          <p:nvPr/>
        </p:nvSpPr>
        <p:spPr>
          <a:xfrm>
            <a:off x="6766560" y="2194560"/>
            <a:ext cx="868680" cy="868680"/>
          </a:xfrm>
          <a:prstGeom prst="ellipse">
            <a:avLst/>
          </a:prstGeom>
          <a:solidFill>
            <a:srgbClr val="0F5670"/>
          </a:solidFill>
          <a:ln/>
        </p:spPr>
      </p:sp>
      <p:pic>
        <p:nvPicPr>
          <p:cNvPr id="12" name="Image 1" descr="/home/claude/pptx_proj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013" y="2390013"/>
            <a:ext cx="477774" cy="4777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aleatorio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37947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acceder directamente a cualquier parte del fichero, sin recorrer los datos anteriores.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766560" y="5212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leer o escribir en múltiples posiciones a la vez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DETALLE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secuencial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proj/sequ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1957959"/>
            <a:ext cx="427482" cy="4274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más sencillo: los datos se recorren en línea recta, del principio al final.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principal: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en tiempo de ejecución cuando solo se necesita una pequeña porción del fichero.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4023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200" dirty="0"/>
          </a:p>
        </p:txBody>
      </p:sp>
      <p:pic>
        <p:nvPicPr>
          <p:cNvPr id="10" name="Image 1" descr="/home/claude/pptx_proj/arrow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428853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03120" y="40233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103120" y="4023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1</a:t>
            </a:r>
            <a:endParaRPr lang="en-US" sz="1200" dirty="0"/>
          </a:p>
        </p:txBody>
      </p:sp>
      <p:pic>
        <p:nvPicPr>
          <p:cNvPr id="13" name="Image 2" descr="/home/claude/pptx_proj/arrow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4288536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0" y="40233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065A8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3657600" y="4023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2</a:t>
            </a:r>
            <a:endParaRPr lang="en-US" sz="1200" dirty="0"/>
          </a:p>
        </p:txBody>
      </p:sp>
      <p:pic>
        <p:nvPicPr>
          <p:cNvPr id="16" name="Image 3" descr="/home/claude/pptx_proj/arrow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4288536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212080" y="402336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212080" y="40233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0749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Lectura/escritura en orden estricto, un dato tras otro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315200" y="1783080"/>
            <a:ext cx="4297680" cy="3703320"/>
          </a:xfrm>
          <a:prstGeom prst="roundRect">
            <a:avLst>
              <a:gd name="adj" fmla="val 2963"/>
            </a:avLst>
          </a:prstGeom>
          <a:solidFill>
            <a:srgbClr val="EFF4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635240" y="21031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2" name="Image 4" descr="/home/claude/pptx_proj/id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258" y="2247138"/>
            <a:ext cx="352044" cy="3520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1248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usarlo?</a:t>
            </a:r>
            <a:endParaRPr lang="en-US" sz="1700" dirty="0"/>
          </a:p>
        </p:txBody>
      </p:sp>
      <p:sp>
        <p:nvSpPr>
          <p:cNvPr id="24" name="Text 17"/>
          <p:cNvSpPr txBox="1"/>
          <p:nvPr/>
        </p:nvSpPr>
        <p:spPr>
          <a:xfrm>
            <a:off x="7635240" y="2971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completa de logs o archivos de texto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por lotes (batch)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Cintas magnéticas y streams de datos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DETALLE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aleatorio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proj/ran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1957959"/>
            <a:ext cx="427482" cy="4274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cualquier posición del fichero, sin recorrer los datos anteriores.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34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control: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reorganizar y modificar datos sin afectar la posición relativa de los demás.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41605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12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31720" y="470916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331720" y="4709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0" y="397764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114800" y="397764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27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7880" y="448056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97880" y="4480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Pos. 9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— sin orden fijo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315200" y="1783080"/>
            <a:ext cx="4297680" cy="3703320"/>
          </a:xfrm>
          <a:prstGeom prst="roundRect">
            <a:avLst>
              <a:gd name="adj" fmla="val 2963"/>
            </a:avLst>
          </a:prstGeom>
          <a:solidFill>
            <a:srgbClr val="EFF4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635240" y="210312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1" descr="/home/claude/pptx_proj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258" y="2247138"/>
            <a:ext cx="352044" cy="3520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412480" y="2148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usarlo?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29718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y motores de consulta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grandes con múltiples accesos simultáneos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requieren edición puntual de registros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BALANCE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desventajas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0" y="50292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pptx_proj/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3279" y="677799"/>
            <a:ext cx="427482" cy="4274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FF4F8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2130552"/>
            <a:ext cx="521208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1828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secuencial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97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en tiempo de ejecución para accesos limitados a una pequeña porción del fichero.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permite saltar directamente a una posición: hay que recorrer los datos previos.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FF4F8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182880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0" y="2130552"/>
            <a:ext cx="52120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0" y="182880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aleatorio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720840" y="2971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total: accede a cualquier parte del archivo en cualquier momento, con mayor control sobre los datos.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más costoso en tiempo de ejecución por la necesidad de buscar y posicionarse en el fichero.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caminos, un mismo objetivo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manejo de ficheros es una operación fundamental en cualquier sistema informático. La forma de acceso depende de las necesidades del programa: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4846320" cy="2651760"/>
          </a:xfrm>
          <a:prstGeom prst="roundRect">
            <a:avLst>
              <a:gd name="adj" fmla="val 3448"/>
            </a:avLst>
          </a:prstGeom>
          <a:solidFill>
            <a:srgbClr val="0F3A5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3832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proj/sequent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731" y="3517011"/>
            <a:ext cx="326898" cy="3268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024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Secuencial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42062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 y eficiencia para accesos limitados y en orden.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3063240"/>
            <a:ext cx="4846320" cy="2651760"/>
          </a:xfrm>
          <a:prstGeom prst="roundRect">
            <a:avLst>
              <a:gd name="adj" fmla="val 3448"/>
            </a:avLst>
          </a:prstGeom>
          <a:solidFill>
            <a:srgbClr val="0F3A5A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33832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pptx_proj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131" y="351701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06640" y="3429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Aleatorio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629400" y="42062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para manipular grandes conjuntos de datos.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2026-09-07T19:44:43Z</dcterms:created>
  <dcterms:modified xsi:type="dcterms:W3CDTF">2026-09-07T19:44:43Z</dcterms:modified>
</cp:coreProperties>
</file>