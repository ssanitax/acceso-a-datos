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669280" cy="566928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731520"/>
            <a:ext cx="3840480" cy="3840480"/>
          </a:xfrm>
          <a:prstGeom prst="ellipse">
            <a:avLst/>
          </a:prstGeom>
          <a:solidFill>
            <a:srgbClr val="00A896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3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SOBRE FICHEROS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Ficheros secuenciales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aleatorios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fundamentales de acceder a los datos almacenados en un archivo, y cómo trabajar con ellas en Python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6172200"/>
            <a:ext cx="201168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· read/write · seek() · tell()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ACCESO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Ficheros secuenciales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3/secuen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973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almacenan en orden lineal. El acceso es secuencial: se leen o escriben desde el principio hasta el final del archivo.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3063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773936" y="3447288"/>
            <a:ext cx="292608" cy="0"/>
          </a:xfrm>
          <a:prstGeom prst="line">
            <a:avLst/>
          </a:prstGeom>
          <a:noFill/>
          <a:ln w="25400">
            <a:solidFill>
              <a:srgbClr val="4E6B6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03120" y="30632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3120" y="3063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28416" y="3447288"/>
            <a:ext cx="292608" cy="0"/>
          </a:xfrm>
          <a:prstGeom prst="line">
            <a:avLst/>
          </a:prstGeom>
          <a:noFill/>
          <a:ln w="25400">
            <a:solidFill>
              <a:srgbClr val="4E6B6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657600" y="30632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57600" y="3063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82896" y="3447288"/>
            <a:ext cx="292608" cy="0"/>
          </a:xfrm>
          <a:prstGeom prst="line">
            <a:avLst/>
          </a:prstGeom>
          <a:noFill/>
          <a:ln w="25400">
            <a:solidFill>
              <a:srgbClr val="4E6B6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212080" y="30632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12080" y="3063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Sencillo pero limitado: no permite saltar directamente a cualquier posición del fichero.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0" y="16916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EAF6F5"/>
          </a:solidFill>
          <a:ln/>
        </p:spPr>
      </p:sp>
      <p:sp>
        <p:nvSpPr>
          <p:cNvPr id="20" name="Shape 17"/>
          <p:cNvSpPr/>
          <p:nvPr/>
        </p:nvSpPr>
        <p:spPr>
          <a:xfrm>
            <a:off x="763524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1" descr="/home/claude/pptx3/co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58" y="2155698"/>
            <a:ext cx="352044" cy="3520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41248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Python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2788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abre el fichero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lee todo de golpe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escribe un texto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readline()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lee una línea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writelines()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escribe varias líneas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ACCESO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Ficheros aleatorios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pptx3/aleato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973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acceso directo a cualquier registro del archivo: se puede leer o escribir en cualquier lugar sin recorrerlo desde el principio.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324612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12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37947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286000" y="37947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306324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023360" y="30632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27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35661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60720" y="35661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9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526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 para operaciones que requieren acceso rápido a datos específicos.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0" y="1691640"/>
            <a:ext cx="4297680" cy="3977640"/>
          </a:xfrm>
          <a:prstGeom prst="roundRect">
            <a:avLst>
              <a:gd name="adj" fmla="val 2759"/>
            </a:avLst>
          </a:prstGeom>
          <a:solidFill>
            <a:srgbClr val="EAF6F5"/>
          </a:solidFill>
          <a:ln/>
        </p:spPr>
      </p:sp>
      <p:sp>
        <p:nvSpPr>
          <p:cNvPr id="17" name="Shape 14"/>
          <p:cNvSpPr/>
          <p:nvPr/>
        </p:nvSpPr>
        <p:spPr>
          <a:xfrm>
            <a:off x="7635240" y="2011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/home/claude/pptx3/punt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58" y="2155698"/>
            <a:ext cx="352044" cy="3520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41248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Python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743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E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 tiene una clase nativa para ficheros aleatorios, pero simulamos su comportamiento: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5204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abre el fichero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seek()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mueve el puntero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tell()  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posición actual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readline()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lee ese registro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FUNCIONES CLAVE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seek() y tell()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015E68"/>
          </a:solidFill>
          <a:ln/>
        </p:spPr>
      </p:sp>
      <p:pic>
        <p:nvPicPr>
          <p:cNvPr id="6" name="Image 0" descr="/home/claude/pptx3/punt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853" y="2390013"/>
            <a:ext cx="477774" cy="4777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seek(posicion)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94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el puntero del archivo a cualquier posición específica dentro del mismo, sin necesidad de recorrer los datos anteriores.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029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fichero.seek(40)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00A896"/>
          </a:solidFill>
          <a:ln/>
        </p:spPr>
      </p:sp>
      <p:sp>
        <p:nvSpPr>
          <p:cNvPr id="11" name="Shape 8"/>
          <p:cNvSpPr/>
          <p:nvPr/>
        </p:nvSpPr>
        <p:spPr>
          <a:xfrm>
            <a:off x="6766560" y="2194560"/>
            <a:ext cx="868680" cy="868680"/>
          </a:xfrm>
          <a:prstGeom prst="ellipse">
            <a:avLst/>
          </a:prstGeom>
          <a:solidFill>
            <a:srgbClr val="007F71"/>
          </a:solidFill>
          <a:ln/>
        </p:spPr>
      </p:sp>
      <p:pic>
        <p:nvPicPr>
          <p:cNvPr id="12" name="Image 1" descr="/home/claude/pptx3/cand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13" y="239001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6656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tell()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3794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3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la posición actual del puntero dentro del fichero: cuántos bytes lleva recorridos desde el principio.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5029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posicion = fichero.tell()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BALANCE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desventajas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0" y="502920"/>
            <a:ext cx="777240" cy="7772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5" name="Image 0" descr="/home/claude/pptx3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3279" y="677799"/>
            <a:ext cx="427482" cy="4274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AF6F5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130552"/>
            <a:ext cx="521208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828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Secuenciales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971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Sencillos de implementar y entender: ideales para ficheros pequeños.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archivos grandes, cargar todo el contenido en memoria genera problemas de rendimiento.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AF6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00A89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0" y="2130552"/>
            <a:ext cx="5212080" cy="2926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0" y="1828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Aleatorios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2971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rápido y directo a datos específicos, sin recorrer todo el archivo.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manejo cuidadoso de punteros; no todos los datos admiten esta estructura.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accesos, un mismo objetivo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 trabajamos con ambos tipos de ficheros usando open() y sus métodos correspondientes, aunque el manejo de ficheros aleatorios requiere un enfoque más cuidadoso: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4846320" cy="2514600"/>
          </a:xfrm>
          <a:prstGeom prst="roundRect">
            <a:avLst>
              <a:gd name="adj" fmla="val 3636"/>
            </a:avLst>
          </a:prstGeom>
          <a:solidFill>
            <a:srgbClr val="0D4E4C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5204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pptx3/secuen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731" y="3654171"/>
            <a:ext cx="326898" cy="3268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024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Secuenciales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43434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Sencillos y directos, pero limitados para archivos grandes.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3200400"/>
            <a:ext cx="4846320" cy="2514600"/>
          </a:xfrm>
          <a:prstGeom prst="roundRect">
            <a:avLst>
              <a:gd name="adj" fmla="val 3636"/>
            </a:avLst>
          </a:prstGeom>
          <a:solidFill>
            <a:srgbClr val="0D4E4C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35204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/home/claude/pptx3/aleato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131" y="365417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Aleatorios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43434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Eficientes y flexibles, a cambio de mayor complejidad.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2026-09-07T20:37:15Z</dcterms:created>
  <dcterms:modified xsi:type="dcterms:W3CDTF">2026-09-07T20:37:15Z</dcterms:modified>
</cp:coreProperties>
</file>